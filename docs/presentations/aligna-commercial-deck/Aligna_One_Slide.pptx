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" y="-86995"/>
            <a:ext cx="5806440" cy="6858000"/>
          </a:xfrm>
          <a:prstGeom prst="rect">
            <a:avLst/>
          </a:prstGeom>
          <a:solidFill>
            <a:srgbClr val="0B1737"/>
          </a:solidFill>
          <a:ln w="12700">
            <a:solidFill>
              <a:srgbClr val="0B1737">
                <a:alpha val="0"/>
              </a:srgbClr>
            </a:solidFill>
            <a:prstDash val="solid"/>
          </a:ln>
        </p:spPr>
        <p:txBody>
          <a:bodyPr/>
          <a:p>
            <a:endParaRPr lang="pt-BR" altLang="en-US"/>
          </a:p>
        </p:txBody>
      </p:sp>
      <p:sp>
        <p:nvSpPr>
          <p:cNvPr id="3" name="Shape 1"/>
          <p:cNvSpPr/>
          <p:nvPr/>
        </p:nvSpPr>
        <p:spPr>
          <a:xfrm>
            <a:off x="5815330" y="-86995"/>
            <a:ext cx="6382385" cy="6944995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108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902" y="795782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</a:t>
            </a:r>
            <a:r>
              <a:rPr lang="pt-BR" alt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ã</a:t>
            </a:r>
            <a:r>
              <a:rPr 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de projetos com IA para reduzir ambiguidade antes do c</a:t>
            </a:r>
            <a:r>
              <a:rPr lang="pt-BR" alt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ó</a:t>
            </a:r>
            <a:r>
              <a:rPr lang="en-US" sz="2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digo.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612902" y="2034540"/>
            <a:ext cx="4526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7E5FF"/>
                </a:solidFill>
              </a:rPr>
              <a:t>O Aligna transforma briefing em backlog, requirements, QA e arquitetura, mantem a execu</a:t>
            </a:r>
            <a:r>
              <a:rPr lang="pt-BR" altLang="en-US" sz="1220" dirty="0">
                <a:solidFill>
                  <a:srgbClr val="D7E5FF"/>
                </a:solidFill>
              </a:rPr>
              <a:t>çã</a:t>
            </a:r>
            <a:r>
              <a:rPr lang="en-US" sz="1220" dirty="0">
                <a:solidFill>
                  <a:srgbClr val="D7E5FF"/>
                </a:solidFill>
              </a:rPr>
              <a:t>o no board e aplica governan</a:t>
            </a:r>
            <a:r>
              <a:rPr lang="pt-BR" altLang="en-US" sz="1220" dirty="0">
                <a:solidFill>
                  <a:srgbClr val="D7E5FF"/>
                </a:solidFill>
              </a:rPr>
              <a:t>ç</a:t>
            </a:r>
            <a:r>
              <a:rPr lang="en-US" sz="1220" dirty="0">
                <a:solidFill>
                  <a:srgbClr val="D7E5FF"/>
                </a:solidFill>
              </a:rPr>
              <a:t>a humana nos artefatos criticos.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50062" y="310896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8078" y="3200400"/>
            <a:ext cx="19842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4ED8"/>
                </a:solidFill>
              </a:rPr>
              <a:t>PROBLEMA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78078" y="3364992"/>
            <a:ext cx="198424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90" dirty="0">
                <a:solidFill>
                  <a:srgbClr val="0F172A"/>
                </a:solidFill>
              </a:rPr>
              <a:t>Projetos ainda come</a:t>
            </a:r>
            <a:r>
              <a:rPr lang="pt-BR" altLang="en-US" sz="890" dirty="0">
                <a:solidFill>
                  <a:srgbClr val="0F172A"/>
                </a:solidFill>
              </a:rPr>
              <a:t>ça</a:t>
            </a:r>
            <a:r>
              <a:rPr lang="en-US" sz="890" dirty="0">
                <a:solidFill>
                  <a:srgbClr val="0F172A"/>
                </a:solidFill>
              </a:rPr>
              <a:t>m com briefing fraco, criterios implicitos e desalinhamento entre areas.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3090672" y="310896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3200400"/>
            <a:ext cx="19842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4ED8"/>
                </a:solidFill>
              </a:rPr>
              <a:t>PROPOSTA DE VALOR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18688" y="3364992"/>
            <a:ext cx="198424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90" dirty="0">
                <a:solidFill>
                  <a:srgbClr val="0F172A"/>
                </a:solidFill>
              </a:rPr>
              <a:t>Transforma briefing em backlog, requirements, QA e arquitetura com IA.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750062" y="421563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8078" y="4307078"/>
            <a:ext cx="19842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4ED8"/>
                </a:solidFill>
              </a:rPr>
              <a:t>FLUXO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78078" y="4471670"/>
            <a:ext cx="198424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90" dirty="0">
                <a:solidFill>
                  <a:srgbClr val="0F172A"/>
                </a:solidFill>
              </a:rPr>
              <a:t>Conecta ideia, board, governanca e handoff tecnico no mesmo caminho.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3090672" y="421563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4307078"/>
            <a:ext cx="198424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4ED8"/>
                </a:solidFill>
              </a:rPr>
              <a:t>EXECUCAO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18688" y="4471670"/>
            <a:ext cx="198424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90" dirty="0">
                <a:solidFill>
                  <a:srgbClr val="0F172A"/>
                </a:solidFill>
              </a:rPr>
              <a:t>Entrega board operacional, contexto por projeto e visibilidade diaria.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749808" y="5395595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9FF"/>
                </a:solidFill>
              </a:rPr>
              <a:t>Ideal para software houses, squads de produto, consultorias e times internos que </a:t>
            </a:r>
            <a:r>
              <a:rPr lang="en-US" sz="1000" dirty="0">
                <a:solidFill>
                  <a:srgbClr val="DDE9FF"/>
                </a:solidFill>
              </a:rPr>
              <a:t>precisam transformar demanda em execucao com mais clareza.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658368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pic>
        <p:nvPicPr>
          <p:cNvPr id="25" name="Image 0" descr="C:\Users\bleao\ai-software-factory\docs\screenshots\projects-board.png"/>
          <p:cNvPicPr>
            <a:picLocks noChangeAspect="1"/>
          </p:cNvPicPr>
          <p:nvPr/>
        </p:nvPicPr>
        <p:blipFill>
          <a:blip r:embed="rId1"/>
          <a:srcRect r="-52471" b="18000"/>
          <a:stretch>
            <a:fillRect/>
          </a:stretch>
        </p:blipFill>
        <p:spPr>
          <a:xfrm>
            <a:off x="6281928" y="768096"/>
            <a:ext cx="5129784" cy="29260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373368" y="3712464"/>
            <a:ext cx="4754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880"/>
                </a:solidFill>
              </a:rPr>
              <a:t>Board operacional com contexto de projeto, gate de arquitetura e execucao visivel.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4160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0216" y="4251960"/>
            <a:ext cx="23042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4ED8"/>
                </a:solidFill>
              </a:rPr>
              <a:t>GOVERNANCA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300216" y="4416552"/>
            <a:ext cx="23042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90" dirty="0">
                <a:solidFill>
                  <a:srgbClr val="0F172A"/>
                </a:solidFill>
              </a:rPr>
              <a:t>Aprovacao humana, policy de IA, runtime observavel e trilha de decisao.</a:t>
            </a:r>
            <a:endParaRPr lang="en-US" sz="890" dirty="0"/>
          </a:p>
        </p:txBody>
      </p:sp>
      <p:sp>
        <p:nvSpPr>
          <p:cNvPr id="30" name="Shape 27"/>
          <p:cNvSpPr/>
          <p:nvPr/>
        </p:nvSpPr>
        <p:spPr>
          <a:xfrm>
            <a:off x="8961120" y="4160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89136" y="4251960"/>
            <a:ext cx="23042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4ED8"/>
                </a:solidFill>
              </a:rPr>
              <a:t>FIT COMERCIAL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089136" y="4416552"/>
            <a:ext cx="23042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90" dirty="0">
                <a:solidFill>
                  <a:srgbClr val="0F172A"/>
                </a:solidFill>
              </a:rPr>
              <a:t>Bom para discovery, delivery consultivo, squads de produto e times internos.</a:t>
            </a:r>
            <a:endParaRPr lang="en-US" sz="890" dirty="0"/>
          </a:p>
        </p:txBody>
      </p:sp>
      <p:sp>
        <p:nvSpPr>
          <p:cNvPr id="33" name="Shape 30"/>
          <p:cNvSpPr/>
          <p:nvPr/>
        </p:nvSpPr>
        <p:spPr>
          <a:xfrm>
            <a:off x="6172200" y="530352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EAF2FF"/>
          </a:solidFill>
          <a:ln w="12700">
            <a:solidFill>
              <a:srgbClr val="D5E3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5468112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4ED8"/>
                </a:solidFill>
              </a:rPr>
              <a:t>One-liner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355080" y="5650992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Aligna transforma briefing em execu</a:t>
            </a:r>
            <a:r>
              <a:rPr lang="pt-BR" altLang="en-US" sz="1050" b="1" dirty="0">
                <a:solidFill>
                  <a:srgbClr val="1D4ED8"/>
                </a:solidFill>
              </a:rPr>
              <a:t>çã</a:t>
            </a:r>
            <a:r>
              <a:rPr lang="en-US" sz="1050" b="1" dirty="0">
                <a:solidFill>
                  <a:srgbClr val="1D4ED8"/>
                </a:solidFill>
              </a:rPr>
              <a:t>o com IA, reduzindo ambiguidade, retrabalho e risco tecnico ao longo do projeto.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WPS Presentation</Application>
  <PresentationFormat>On-screen Show (16:9)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Aptos Display</vt:lpstr>
      <vt:lpstr>Segoe UI</vt:lpstr>
      <vt:lpstr>Aptos Display</vt:lpstr>
      <vt:lpstr>Aptos Display</vt:lpstr>
      <vt:lpstr>Aptos</vt:lpstr>
      <vt:lpstr>Microsoft YaHei</vt:lpstr>
      <vt:lpstr>Arial Unicode MS</vt:lpstr>
      <vt:lpstr>Office Theme</vt:lpstr>
      <vt:lpstr>PowerPoint 演示文稿</vt:lpstr>
    </vt:vector>
  </TitlesOfParts>
  <Company>Aligna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Aligna - One Slide</dc:title>
  <dc:creator>OpenAI Codex</dc:creator>
  <dc:subject>One-slide comercial do produto Aligna</dc:subject>
  <cp:lastModifiedBy>Júnior Leão</cp:lastModifiedBy>
  <cp:revision>4</cp:revision>
  <dcterms:created xsi:type="dcterms:W3CDTF">2026-03-26T17:00:00Z</dcterms:created>
  <dcterms:modified xsi:type="dcterms:W3CDTF">2026-03-26T17:08:29Z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BF866D888E2647C191FF6DABAE00A80C_12</vt:lpwstr>
  </property>
  <property fmtid="{D5CDD505-2E9C-101B-9397-08002B2CF9AE}" pid="3" name="KSOProductBuildVer">
    <vt:lpwstr>1046-12.2.0.23196</vt:lpwstr>
  </property>
</Properties>
</file>