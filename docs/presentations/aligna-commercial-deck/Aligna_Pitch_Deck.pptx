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7432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10896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5FF"/>
                </a:solidFill>
              </a:rPr>
              <a:t>AI-assisted project management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629400" y="0"/>
            <a:ext cx="5559552" cy="6858000"/>
          </a:xfrm>
          <a:prstGeom prst="rect">
            <a:avLst/>
          </a:prstGeom>
          <a:solidFill>
            <a:srgbClr val="123171">
              <a:alpha val="90000"/>
            </a:srgbClr>
          </a:solidFill>
          <a:ln w="12700">
            <a:solidFill>
              <a:srgbClr val="12317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024128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17306E"/>
          </a:solidFill>
          <a:ln w="12700">
            <a:solidFill>
              <a:srgbClr val="1730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097280"/>
            <a:ext cx="85953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DDE9FF"/>
                </a:solidFill>
              </a:rPr>
              <a:t>Pitch deck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49808" y="1481328"/>
            <a:ext cx="54406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Transformando briefing em execucao com IA, governanca e menos retrabalho.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" y="3154680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5FF"/>
                </a:solidFill>
              </a:rPr>
              <a:t>O Aligna conecta briefing, backlog, requirements, QA, arquitetura, board e governanca no mesmo fluxo de produto.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" y="46177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1295E"/>
          </a:solidFill>
          <a:ln w="12700">
            <a:solidFill>
              <a:srgbClr val="2745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7640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Clareza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001768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D7E5FF"/>
                </a:solidFill>
              </a:rPr>
              <a:t>Menos ambiguidade antes do desenvolvimento.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633472" y="46177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1295E"/>
          </a:solidFill>
          <a:ln w="12700">
            <a:solidFill>
              <a:srgbClr val="2745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9776" y="47640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Execucao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79776" y="5001768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D7E5FF"/>
                </a:solidFill>
              </a:rPr>
              <a:t>Board operacional e planejamento visiveis.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4517136" y="46177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1295E"/>
          </a:solidFill>
          <a:ln w="12700">
            <a:solidFill>
              <a:srgbClr val="2745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764024"/>
            <a:ext cx="13990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Governanca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5001768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D7E5FF"/>
                </a:solidFill>
              </a:rPr>
              <a:t>IA com aprovacao humana e runtime controlado.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040880" y="868680"/>
            <a:ext cx="4389120" cy="54406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pic>
        <p:nvPicPr>
          <p:cNvPr id="19" name="Image 0" descr="C:\Users\bleao\ai-software-factory\docs\screenshots\projects-board.png"/>
          <p:cNvPicPr>
            <a:picLocks noChangeAspect="1"/>
          </p:cNvPicPr>
          <p:nvPr/>
        </p:nvPicPr>
        <p:blipFill>
          <a:blip r:embed="rId1"/>
          <a:srcRect r="27289" b="18000"/>
          <a:stretch>
            <a:fillRect/>
          </a:stretch>
        </p:blipFill>
        <p:spPr>
          <a:xfrm>
            <a:off x="7114032" y="941832"/>
            <a:ext cx="4242816" cy="5074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150608" y="6089904"/>
            <a:ext cx="416966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880"/>
                </a:solidFill>
              </a:rPr>
              <a:t>Board operacional do produto.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475720" y="641908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8F4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7432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10896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880"/>
                </a:solidFill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86384"/>
            <a:ext cx="52120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4ED8"/>
                </a:solidFill>
              </a:rPr>
              <a:t>PROBLEMA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 maior parte do retrabalho nasce antes do codigo.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5212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80"/>
                </a:solidFill>
              </a:rPr>
              <a:t>Times pulam da ideia para a implementacao com stories vagas, requisitos incompletos e criterios de teste pensados tarde demais.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69748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84378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Briefing fraco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081528"/>
            <a:ext cx="1947672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Pedidos chegam soltos, com objetivos mal definidos e pouco contexto para o time decidir com seguranca.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3200400" y="269748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284378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Alinhamento fraco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46704" y="3081528"/>
            <a:ext cx="1947672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Produto, engenharia e QA passam a interpretar a mesma historia de maneiras diferentes.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650992" y="269748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5F8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97296" y="2843784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QA tardio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97296" y="3081528"/>
            <a:ext cx="1947672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Validacao funcional e nao funcional chega tarde, quando o custo de corrigir ja aumentou.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101584" y="269748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8D7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843784"/>
            <a:ext cx="2862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</a:rPr>
              <a:t>Governanca espalhada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7888" y="3081528"/>
            <a:ext cx="2862072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9A3412"/>
                </a:solidFill>
              </a:rPr>
              <a:t>Arquitetura, aprovacoes e runtime de IA ficam fora do fluxo diario do projeto.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896112" y="4343400"/>
            <a:ext cx="5120640" cy="1408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5B6880"/>
                </a:solidFill>
              </a:rPr>
              <a:t>Mais retrabalho e mais demora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5B6880"/>
                </a:solidFill>
              </a:rPr>
              <a:t>Menos previsibilidade para gestao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5B6880"/>
                </a:solidFill>
              </a:rPr>
              <a:t>Mais risco tecnico durante a execucao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5B6880"/>
                </a:solidFill>
              </a:rPr>
              <a:t>Decisoes importantes tomadas tarde demais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75720" y="641908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7B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7432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10896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880"/>
                </a:solidFill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86384"/>
            <a:ext cx="52120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4ED8"/>
                </a:solidFill>
              </a:rPr>
              <a:t>SOLUCAO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 Aligna organiza o caminho entre ideia e entrega.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5212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80"/>
                </a:solidFill>
              </a:rPr>
              <a:t>A IA acelera a producao dos artefatos e o produto mantem a gestao e a governanca no mesmo fluxo.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514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66090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1. Briefing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898648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Estrutura problema, objetivo, publico, fluxos e riscos.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2898648" y="2514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266090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2. PM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4952" y="2898648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Gera user stories para o board.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047488" y="2514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266090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3. Requirements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93792" y="2898648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Refina cada story com menos ambiguidade.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196328" y="2514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2632" y="266090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4. QA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42632" y="2898648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Antecipacao de cenarios de validacao.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9345168" y="2514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91472" y="2660904"/>
            <a:ext cx="17190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5. Arquitetura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91472" y="2898648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Consolida a solucao e abre o handoff tecnico.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1325880" y="416052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72184" y="4306824"/>
            <a:ext cx="35478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IA como draft 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72184" y="4544568"/>
            <a:ext cx="35478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O produto usa IA para gerar backlog, requirements, QA e arquitetura, reduzindo o trabalho manual e acelerando o alinhamento.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400800" y="416052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D5E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4306824"/>
            <a:ext cx="41879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Humano como aprovacao responsavel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47104" y="4544568"/>
            <a:ext cx="418795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0F172A"/>
                </a:solidFill>
              </a:rPr>
              <a:t>Arquitetura e artefatos criticos podem passar por aprovacao humana antes de liberar implementacao e exportacao final.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11475720" y="641908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7B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7432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10896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880"/>
                </a:solidFill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86384"/>
            <a:ext cx="52120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4ED8"/>
                </a:solidFill>
              </a:rPr>
              <a:t>PRODUTO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Ja existe experiencia real de produto e nao apenas um gerador de texto.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5212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80"/>
                </a:solidFill>
              </a:rPr>
              <a:t>O Aligna hoje combina briefing, execucao e governanca em telas conectadas.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33172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pic>
        <p:nvPicPr>
          <p:cNvPr id="8" name="Image 0" descr="C:\Users\bleao\ai-software-factory\docs\screenshots\project-overview.png"/>
          <p:cNvPicPr>
            <a:picLocks noChangeAspect="1"/>
          </p:cNvPicPr>
          <p:nvPr/>
        </p:nvPicPr>
        <p:blipFill>
          <a:blip r:embed="rId1"/>
          <a:srcRect l="5000" t="2000" r="-11532" b="23000"/>
          <a:stretch>
            <a:fillRect/>
          </a:stretch>
        </p:blipFill>
        <p:spPr>
          <a:xfrm>
            <a:off x="822960" y="2404872"/>
            <a:ext cx="3511296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5952744"/>
            <a:ext cx="343814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880"/>
                </a:solidFill>
              </a:rPr>
              <a:t>Briefing do projeto.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53712" y="233172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pic>
        <p:nvPicPr>
          <p:cNvPr id="11" name="Image 1" descr="C:\Users\bleao\ai-software-factory\docs\screenshots\projects-board.png"/>
          <p:cNvPicPr>
            <a:picLocks noChangeAspect="1"/>
          </p:cNvPicPr>
          <p:nvPr/>
        </p:nvPicPr>
        <p:blipFill>
          <a:blip r:embed="rId2"/>
          <a:srcRect r="12113" b="18000"/>
          <a:stretch>
            <a:fillRect/>
          </a:stretch>
        </p:blipFill>
        <p:spPr>
          <a:xfrm>
            <a:off x="4626864" y="2404872"/>
            <a:ext cx="3511296" cy="3474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5952744"/>
            <a:ext cx="343814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880"/>
                </a:solidFill>
              </a:rPr>
              <a:t>Board operacional.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8357616" y="2331720"/>
            <a:ext cx="2926080" cy="3840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pic>
        <p:nvPicPr>
          <p:cNvPr id="14" name="Image 2" descr="C:\Users\bleao\ai-software-factory\docs\screenshots\ai-governance.png"/>
          <p:cNvPicPr>
            <a:picLocks noChangeAspect="1"/>
          </p:cNvPicPr>
          <p:nvPr/>
        </p:nvPicPr>
        <p:blipFill>
          <a:blip r:embed="rId3"/>
          <a:srcRect r="-74372" b="5000"/>
          <a:stretch>
            <a:fillRect/>
          </a:stretch>
        </p:blipFill>
        <p:spPr>
          <a:xfrm>
            <a:off x="8430768" y="2404872"/>
            <a:ext cx="2779776" cy="34747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67344" y="5952744"/>
            <a:ext cx="270662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880"/>
                </a:solidFill>
              </a:rPr>
              <a:t>Governanca de IA.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11475720" y="641908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7B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7432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10896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880"/>
                </a:solidFill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86384"/>
            <a:ext cx="52120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4ED8"/>
                </a:solidFill>
              </a:rPr>
              <a:t>DIFERENCIAL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 valor nao e usar IA. O valor e governar a clareza antes do codigo.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52120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80"/>
                </a:solidFill>
              </a:rPr>
              <a:t>O Aligna ocupa um espaco entre ferramentas de board e geradores de artefato.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5146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660904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 que outras ferramentas fazem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898648"/>
            <a:ext cx="3090672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Organizam tarefas ou geram texto.</a:t>
            </a:r>
            <a:endParaRPr lang="en-US" sz="970" dirty="0"/>
          </a:p>
          <a:p>
            <a:pPr marL="0" indent="0">
              <a:buNone/>
            </a:pP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Mas normalmente deixam backlog, QA, arquitetura e aprovacao critica espalhados em fluxos separados.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EAF2FF"/>
          </a:solidFill>
          <a:ln w="12700">
            <a:solidFill>
              <a:srgbClr val="D5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2660904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O que o Aligna faz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35424" y="2898648"/>
            <a:ext cx="3090672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0F172A"/>
                </a:solidFill>
              </a:rPr>
              <a:t>Transforma briefing em artefatos acionaveis.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0F172A"/>
                </a:solidFill>
              </a:rPr>
              <a:t>Mantem o board vivo.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0F172A"/>
                </a:solidFill>
              </a:rPr>
              <a:t>Conecta planejamento, governanca e runtime de IA no mesmo produto.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8028432" y="251460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36" y="2660904"/>
            <a:ext cx="29077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Por que isso importa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74736" y="2898648"/>
            <a:ext cx="2907792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Menos retrabalho.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Mais previsibilidade.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Mais rastreabilidade.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5B6880"/>
                </a:solidFill>
              </a:rPr>
              <a:t>Mais confianca para escalar squads e operacoes de delivery.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11475720" y="641908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7B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7432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103120" y="310896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5FF"/>
                </a:solidFill>
              </a:rPr>
              <a:t>AI-assisted project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" y="822960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4ED8"/>
                </a:solidFill>
              </a:rPr>
              <a:t>FIT COMERCIAL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1024128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Onde o Aligna entra melhor hoje.</a:t>
            </a:r>
            <a:endParaRPr lang="en-US" sz="24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700784"/>
            <a:ext cx="54864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 produto faz mais sentido onde briefing, alinhamento e handoff tecnico sao dores constantes.</a:t>
            </a:r>
            <a:endParaRPr lang="en-US" sz="11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Text 5"/>
          <p:cNvSpPr/>
          <p:nvPr/>
        </p:nvSpPr>
        <p:spPr>
          <a:xfrm>
            <a:off x="932815" y="2490470"/>
            <a:ext cx="5120640" cy="171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Software houses e fabricas de software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Consultorias de discovery e delivery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Squads de produto com alto volume de demanda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Times internos de tecnologia com backlog operacional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Operacoes que precisam transformar pedido em execucao com mais clareza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2295E"/>
          </a:solidFill>
          <a:ln w="12700">
            <a:solidFill>
              <a:srgbClr val="2A4B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38544" y="1929384"/>
            <a:ext cx="42793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One-liner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38544" y="2167128"/>
            <a:ext cx="427939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D7E5FF"/>
                </a:solidFill>
              </a:rPr>
              <a:t>Aligna transforma briefing em execucao com IA, reduzindo ambiguidade, retrabalho e risco tecnico ao longo do projeto.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6492240" y="297180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12295E"/>
          </a:solidFill>
          <a:ln w="12700">
            <a:solidFill>
              <a:srgbClr val="2A4B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8544" y="3118104"/>
            <a:ext cx="42793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Posicionamento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38544" y="3355848"/>
            <a:ext cx="42793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D7E5FF"/>
                </a:solidFill>
              </a:rPr>
              <a:t>Plataforma de gestao de projetos assistida por IA para alinhar backlog, requirements, QA, arquitetura e governanca antes e durante a execucao.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492240" y="420624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12295E"/>
          </a:solidFill>
          <a:ln w="12700">
            <a:solidFill>
              <a:srgbClr val="2A4B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4352544"/>
            <a:ext cx="42793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Proximo passo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38544" y="4590288"/>
            <a:ext cx="427939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D7E5FF"/>
                </a:solidFill>
              </a:rPr>
              <a:t>Apresentar o produto com um fluxo real: briefing, geracao de stories, refinamento, board, gate de arquitetura e governanca de IA.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492240" y="576072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5833872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Solicitar demo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458200" y="5760720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17306E"/>
          </a:solidFill>
          <a:ln w="12700">
            <a:solidFill>
              <a:srgbClr val="173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67928" y="5833872"/>
            <a:ext cx="220370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DDE9FF"/>
                </a:solidFill>
              </a:rPr>
              <a:t>aligna / product workspace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11475720" y="641908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8F4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3703</Words>
  <Application>WPS Presentation</Application>
  <PresentationFormat>On-screen Show (16:9)</PresentationFormat>
  <Paragraphs>182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Aptos Display</vt:lpstr>
      <vt:lpstr>Segoe UI</vt:lpstr>
      <vt:lpstr>Aptos Display</vt:lpstr>
      <vt:lpstr>Aptos Display</vt:lpstr>
      <vt:lpstr>Aptos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Aligna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Aligna Pitch Deck</dc:title>
  <dc:creator>OpenAI Codex</dc:creator>
  <dc:subject>Pitch deck comercial do produto Aligna</dc:subject>
  <cp:lastModifiedBy>Júnior Leão</cp:lastModifiedBy>
  <cp:revision>2</cp:revision>
  <dcterms:created xsi:type="dcterms:W3CDTF">2026-03-26T17:13:00Z</dcterms:created>
  <dcterms:modified xsi:type="dcterms:W3CDTF">2026-03-28T14:32:58Z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EE5FDCE3E44646228800BA64279925FF_12</vt:lpwstr>
  </property>
  <property fmtid="{D5CDD505-2E9C-101B-9397-08002B2CF9AE}" pid="3" name="KSOProductBuildVer">
    <vt:lpwstr>1046-12.2.0.23196</vt:lpwstr>
  </property>
</Properties>
</file>